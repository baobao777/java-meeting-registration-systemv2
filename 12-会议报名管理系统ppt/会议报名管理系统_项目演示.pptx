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25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会议报名管理系统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</a:defRPr>
            </a:pPr>
            <a:r>
              <a:t>基于 Spring Boot + Vue 3 + MySQL 的全栈项目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BBEE"/>
                </a:solidFill>
              </a:defRPr>
            </a:pPr>
            <a:r>
              <a:t>版本 v1.0 ｜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目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1. 项目背景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2. 技术架构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3. 功能模块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4. 数据库设计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5. API 接口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6. 核心业务流程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7. 异常处理机制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8. 测试结果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9. 项目结构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10. 部署方式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11.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1. 项目背景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3935"/>
                </a:solidFill>
              </a:defRPr>
            </a:pPr>
            <a:r>
              <a:t>传统方式痛点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▸ 纸质报名：效率低、易丢失、难追溯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▸ 邮件/群接龙：人工统计繁琐、易出错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▸ 会议信息分散：无法集中发布和查询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▸ 报名数据不透明：管理员难以及时掌握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</a:defRPr>
            </a:pPr>
            <a:r>
              <a:t>系统目标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▸ 线上发布会议，一目了然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▸ 用户一键报名/取消，自助操作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▸ 管理员统一管控会议与报名数据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▸ 报名进度实时可视，满额自动限制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2. 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92608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前端层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Vue 3 + Vite 5</a:t>
            </a:r>
            <a:br/>
            <a:r>
              <a:t>Vue Router + Axios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645920"/>
            <a:ext cx="2926080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网络层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RESTful API</a:t>
            </a:r>
            <a:br/>
            <a:r>
              <a:t>JSON 格式通信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645920"/>
            <a:ext cx="292608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后端层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Spring Boot 3.2</a:t>
            </a:r>
            <a:br/>
            <a:r>
              <a:t>Controller-Service-Mapper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645920"/>
            <a:ext cx="2926080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MySQL 8.0</a:t>
            </a:r>
            <a:br/>
            <a:r>
              <a:t>MyBatis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73E8"/>
                </a:solidFill>
              </a:defRPr>
            </a:pPr>
            <a: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73E8"/>
                </a:solidFill>
              </a:defRPr>
            </a:pPr>
            <a: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73E8"/>
                </a:solidFill>
              </a:defRPr>
            </a:pPr>
            <a: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85333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rPr dirty="0" err="1"/>
              <a:t>技术栈详情</a:t>
            </a:r>
            <a:endParaRPr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773208"/>
              </p:ext>
            </p:extLst>
          </p:nvPr>
        </p:nvGraphicFramePr>
        <p:xfrm>
          <a:off x="731520" y="3610346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技术层次</a:t>
                      </a:r>
                      <a:endParaRPr dirty="0"/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选用技术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后端框架</a:t>
                      </a:r>
                      <a:endParaRPr dirty="0"/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Spring Boot 3.2.0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MyBatis 3.0.3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MySQL 8.0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前端框架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Vue 3 + Vite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路由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Vue Router 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HTTP 客户端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Axios 1.6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构建工具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Maven 3.9 + npm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JDK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Java 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3. 功能模块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普通用户端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用户注册 / 登录 / 登出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浏览会议列表（卡片式布局）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查看会议详情（时间/地点/容量）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报名会议（满额自动拦截）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取消报名（确认弹窗）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我的报名记录查询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管理员端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创建会议（标题/描述/时间/容量）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编辑会议信息与状态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删除会议（二次确认）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查看报名人员名单（姓名/电话）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管理后台表格化管理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✅ 创建/编辑会议表单验证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4. 数据库设计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三张核心表：user → meeting → registration，外键关联保证数据完整性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user 用户表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id (PK)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username (UNIQUE)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password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name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email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phone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role (USER/ADMIN)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created_at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103120"/>
            <a:ext cx="34747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meeting 会议表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id (PK)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title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description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location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start_time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end_time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capacity (0=不限)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status (4种状态)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creator_id (FK)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103120"/>
            <a:ext cx="34747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registration 报名表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7432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id (PK)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user_id (FK)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meeting_id (FK)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registered_at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- status (REGISTERED/CANCELLED)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669280"/>
            <a:ext cx="10515600" cy="3657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关系：user.id ← registration.user_id ｜ meeting.id ← registration.meeting_id ｜ meeting.creator_id → user.id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5. API 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15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rPr dirty="0" err="1"/>
              <a:t>用户模块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394806"/>
              </p:ext>
            </p:extLst>
          </p:nvPr>
        </p:nvGraphicFramePr>
        <p:xfrm>
          <a:off x="2103120" y="1274945"/>
          <a:ext cx="9601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路径</a:t>
                      </a:r>
                      <a:endParaRPr dirty="0"/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权限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/user/register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注册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/api/user/login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登录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/api/user/info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获取用户信息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已登录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3278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rPr dirty="0" err="1"/>
              <a:t>会议模块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542107"/>
              </p:ext>
            </p:extLst>
          </p:nvPr>
        </p:nvGraphicFramePr>
        <p:xfrm>
          <a:off x="2100051" y="2614325"/>
          <a:ext cx="960120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15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路径</a:t>
                      </a:r>
                      <a:endParaRPr dirty="0"/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权限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/meeting/list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会议列表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/meeting/{id}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会议详情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创建会议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管理员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/api/meeting/{id}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编辑会议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管理员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/api/meeting/{id}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删除会议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管理员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24808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rPr dirty="0" err="1"/>
              <a:t>报名模块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17660"/>
              </p:ext>
            </p:extLst>
          </p:nvPr>
        </p:nvGraphicFramePr>
        <p:xfrm>
          <a:off x="2100051" y="4548065"/>
          <a:ext cx="9601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路径</a:t>
                      </a:r>
                      <a:endParaRPr dirty="0"/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权限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报名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已登录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/registration/{id}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取消报名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已登录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/registration/my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我的报名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已登录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/api/registration/meeting/{id}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报名名单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管理员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/api/registration/check/{id}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检查报名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已登录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6. 核心业务流程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用户报名完整流程：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 err="1"/>
              <a:t>用户注册</a:t>
            </a:r>
            <a:r>
              <a:rPr dirty="0"/>
              <a:t> → </a:t>
            </a:r>
            <a:r>
              <a:rPr dirty="0" err="1"/>
              <a:t>用户登录</a:t>
            </a:r>
            <a:r>
              <a:rPr dirty="0"/>
              <a:t> → </a:t>
            </a:r>
            <a:r>
              <a:rPr dirty="0" err="1"/>
              <a:t>浏览会议列表</a:t>
            </a:r>
            <a:r>
              <a:rPr dirty="0"/>
              <a:t> → </a:t>
            </a:r>
            <a:r>
              <a:rPr dirty="0" err="1"/>
              <a:t>查看会议详情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 err="1"/>
              <a:t>点击报名</a:t>
            </a:r>
            <a:r>
              <a:rPr dirty="0"/>
              <a:t> → </a:t>
            </a:r>
            <a:r>
              <a:rPr dirty="0" err="1"/>
              <a:t>检查：已报名？满额？会议状态</a:t>
            </a:r>
            <a:r>
              <a:rPr dirty="0"/>
              <a:t>？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    │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    ├── </a:t>
            </a:r>
            <a:r>
              <a:rPr dirty="0" err="1"/>
              <a:t>已报名</a:t>
            </a:r>
            <a:r>
              <a:rPr dirty="0"/>
              <a:t> → </a:t>
            </a:r>
            <a:r>
              <a:rPr dirty="0" err="1"/>
              <a:t>拦截</a:t>
            </a:r>
            <a:r>
              <a:rPr dirty="0"/>
              <a:t> (</a:t>
            </a:r>
            <a:r>
              <a:rPr dirty="0" err="1"/>
              <a:t>已报名该会议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    ├── </a:t>
            </a:r>
            <a:r>
              <a:rPr dirty="0" err="1"/>
              <a:t>已满额</a:t>
            </a:r>
            <a:r>
              <a:rPr dirty="0"/>
              <a:t> → </a:t>
            </a:r>
            <a:r>
              <a:rPr dirty="0" err="1"/>
              <a:t>拦截</a:t>
            </a:r>
            <a:r>
              <a:rPr dirty="0"/>
              <a:t> (</a:t>
            </a:r>
            <a:r>
              <a:rPr dirty="0" err="1"/>
              <a:t>会议名额已满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    ├── 非 UPCOMING → </a:t>
            </a:r>
            <a:r>
              <a:rPr dirty="0" err="1"/>
              <a:t>拦截</a:t>
            </a:r>
            <a:r>
              <a:rPr dirty="0"/>
              <a:t> (</a:t>
            </a:r>
            <a:r>
              <a:rPr dirty="0" err="1"/>
              <a:t>会议不在报名阶段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    └── </a:t>
            </a:r>
            <a:r>
              <a:rPr dirty="0" err="1"/>
              <a:t>全部通过</a:t>
            </a:r>
            <a:r>
              <a:rPr dirty="0"/>
              <a:t> → </a:t>
            </a:r>
            <a:r>
              <a:rPr dirty="0" err="1"/>
              <a:t>报名成功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 err="1"/>
              <a:t>取消报名</a:t>
            </a:r>
            <a:r>
              <a:rPr dirty="0"/>
              <a:t> → </a:t>
            </a:r>
            <a:r>
              <a:rPr dirty="0" err="1"/>
              <a:t>确认弹窗</a:t>
            </a:r>
            <a:r>
              <a:rPr dirty="0"/>
              <a:t> → </a:t>
            </a:r>
            <a:r>
              <a:rPr dirty="0" err="1"/>
              <a:t>状态标记为</a:t>
            </a:r>
            <a:r>
              <a:rPr dirty="0"/>
              <a:t> CANCELLED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569" y="5760720"/>
            <a:ext cx="22860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登录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5760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2588" y="5760720"/>
            <a:ext cx="22860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 err="1"/>
              <a:t>筛选会议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808588" y="57861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5607" y="5760720"/>
            <a:ext cx="22860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 err="1"/>
              <a:t>报名成功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7. 异常处理机制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用户模块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用户名重复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0545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400 - 用户名已存在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61488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77977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密码错误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400 - 密码错误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36976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5526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rPr dirty="0" err="1"/>
              <a:t>用户不存在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rPr dirty="0"/>
              <a:t>400 - </a:t>
            </a:r>
            <a:r>
              <a:rPr dirty="0" err="1"/>
              <a:t>用户不存在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22960" y="3712464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未登录访问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401 - 未登录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645920"/>
            <a:ext cx="34747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会议/权限模块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286000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230428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会议不存在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50545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404 - 会议不存在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761488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77977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普通用户越权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8094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403 - 无权操作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236976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325526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未登录报名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45643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401 - 未登录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712464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373075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路由守卢拦截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9319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前端跳转 /login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1645920"/>
            <a:ext cx="34747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报名模块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286000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0" y="230428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重复报名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50545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400 - 已报名该会议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761488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0" y="277977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会议满额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98094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400 - 会议名额已满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236976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95360" y="325526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非报名阶段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45643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400 - 会议不在报名阶段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3712464"/>
            <a:ext cx="329184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0" y="373075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取消已取消的报名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9319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</a:defRPr>
            </a:pPr>
            <a:r>
              <a:t>400 - 未报名该会议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8. 测试结果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使用 Postman 对全部 19 个接口、35 个测试用例进行自动化测试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286000"/>
          <a:ext cx="91440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用例数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失败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通过率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用户模块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会议管理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报名流程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满额测试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权限测试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</a:defRPr>
                      </a:pPr>
                      <a:r>
                        <a:t>合  计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0" y="5029200"/>
            <a:ext cx="54864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✅  全部通过 ｜ 通过率 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9. 项目结构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9467" y="1188720"/>
            <a:ext cx="10058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Java01/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</a:t>
            </a:r>
            <a:r>
              <a:rPr sz="1000" dirty="0" err="1"/>
              <a:t>init.sql</a:t>
            </a:r>
            <a:r>
              <a:rPr sz="1000" dirty="0"/>
              <a:t>                          # </a:t>
            </a:r>
            <a:r>
              <a:rPr sz="1000" dirty="0" err="1"/>
              <a:t>数据库初始化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meeting-</a:t>
            </a:r>
            <a:r>
              <a:rPr sz="1000" dirty="0" err="1"/>
              <a:t>api</a:t>
            </a:r>
            <a:r>
              <a:rPr sz="1000" dirty="0"/>
              <a:t>-</a:t>
            </a:r>
            <a:r>
              <a:rPr sz="1000" dirty="0" err="1"/>
              <a:t>test.postman_collection.json</a:t>
            </a:r>
            <a:r>
              <a:rPr sz="1000" dirty="0"/>
              <a:t>  # </a:t>
            </a:r>
            <a:r>
              <a:rPr sz="1000" dirty="0" err="1"/>
              <a:t>Postman测试集合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meeting-</a:t>
            </a:r>
            <a:r>
              <a:rPr sz="1000" dirty="0" err="1"/>
              <a:t>api</a:t>
            </a:r>
            <a:r>
              <a:rPr sz="1000" dirty="0"/>
              <a:t>/                       # Spring Boot </a:t>
            </a:r>
            <a:r>
              <a:rPr sz="1000" dirty="0" err="1"/>
              <a:t>后端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</a:t>
            </a:r>
            <a:r>
              <a:rPr sz="1000" dirty="0" err="1"/>
              <a:t>src</a:t>
            </a:r>
            <a:r>
              <a:rPr sz="1000" dirty="0"/>
              <a:t>/main/java/com/meeting/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MeetingApplication.java        # </a:t>
            </a:r>
            <a:r>
              <a:rPr sz="1000" dirty="0" err="1"/>
              <a:t>启动类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config/                        # </a:t>
            </a:r>
            <a:r>
              <a:rPr sz="1000" dirty="0" err="1"/>
              <a:t>跨域</a:t>
            </a:r>
            <a:r>
              <a:rPr sz="1000" dirty="0"/>
              <a:t> + Web </a:t>
            </a:r>
            <a:r>
              <a:rPr sz="1000" dirty="0" err="1"/>
              <a:t>配置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entity/                        # User / Meeting / Registration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</a:t>
            </a:r>
            <a:r>
              <a:rPr sz="1000" dirty="0" err="1"/>
              <a:t>dto</a:t>
            </a:r>
            <a:r>
              <a:rPr sz="1000" dirty="0"/>
              <a:t>/                           # </a:t>
            </a:r>
            <a:r>
              <a:rPr sz="1000" dirty="0" err="1"/>
              <a:t>ApiResult</a:t>
            </a:r>
            <a:r>
              <a:rPr sz="1000" dirty="0"/>
              <a:t> / </a:t>
            </a:r>
            <a:r>
              <a:rPr sz="1000" dirty="0" err="1"/>
              <a:t>LoginRequest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mapper/                        # </a:t>
            </a:r>
            <a:r>
              <a:rPr sz="1000" dirty="0" err="1"/>
              <a:t>MyBatis</a:t>
            </a:r>
            <a:r>
              <a:rPr sz="1000" dirty="0"/>
              <a:t> </a:t>
            </a:r>
            <a:r>
              <a:rPr sz="1000" dirty="0" err="1"/>
              <a:t>接口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service/                       # </a:t>
            </a:r>
            <a:r>
              <a:rPr sz="1000" dirty="0" err="1"/>
              <a:t>业务逻辑层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controller/                    # REST </a:t>
            </a:r>
            <a:r>
              <a:rPr sz="1000" dirty="0" err="1"/>
              <a:t>控制器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meeting-web/                       # Vue 3 </a:t>
            </a:r>
            <a:r>
              <a:rPr sz="1000" dirty="0" err="1"/>
              <a:t>前端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</a:t>
            </a:r>
            <a:r>
              <a:rPr sz="1000" dirty="0" err="1"/>
              <a:t>src</a:t>
            </a:r>
            <a:r>
              <a:rPr sz="1000" dirty="0"/>
              <a:t>/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</a:t>
            </a:r>
            <a:r>
              <a:rPr sz="1000" dirty="0" err="1"/>
              <a:t>App.vue</a:t>
            </a:r>
            <a:r>
              <a:rPr sz="1000" dirty="0"/>
              <a:t>                        # </a:t>
            </a:r>
            <a:r>
              <a:rPr sz="1000" dirty="0" err="1"/>
              <a:t>导航栏根组件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router/                        # </a:t>
            </a:r>
            <a:r>
              <a:rPr sz="1000" dirty="0" err="1"/>
              <a:t>路由</a:t>
            </a:r>
            <a:r>
              <a:rPr sz="1000" dirty="0"/>
              <a:t> + </a:t>
            </a:r>
            <a:r>
              <a:rPr sz="1000" dirty="0" err="1"/>
              <a:t>守卢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</a:t>
            </a:r>
            <a:r>
              <a:rPr sz="1000" dirty="0" err="1"/>
              <a:t>api</a:t>
            </a:r>
            <a:r>
              <a:rPr sz="1000" dirty="0"/>
              <a:t>/                           # Axios API </a:t>
            </a:r>
            <a:r>
              <a:rPr sz="1000" dirty="0" err="1"/>
              <a:t>封装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  views/                         # 7 </a:t>
            </a:r>
            <a:r>
              <a:rPr sz="1000" dirty="0" err="1"/>
              <a:t>个页面组件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deploy/                            # </a:t>
            </a:r>
            <a:r>
              <a:rPr sz="1000" dirty="0" err="1"/>
              <a:t>部署包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meeting-api-1.0.0.jar            # </a:t>
            </a:r>
            <a:r>
              <a:rPr sz="1000" dirty="0" err="1"/>
              <a:t>可运行</a:t>
            </a:r>
            <a:r>
              <a:rPr sz="1000" dirty="0"/>
              <a:t> JAR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</a:t>
            </a:r>
            <a:r>
              <a:rPr sz="1000" dirty="0" err="1"/>
              <a:t>application.yml</a:t>
            </a:r>
            <a:r>
              <a:rPr sz="1000" dirty="0"/>
              <a:t>                  # </a:t>
            </a:r>
            <a:r>
              <a:rPr sz="1000" dirty="0" err="1"/>
              <a:t>配置文件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  start.bat / start.sh             # </a:t>
            </a:r>
            <a:r>
              <a:rPr sz="1000" dirty="0" err="1"/>
              <a:t>启动脚本</a:t>
            </a: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  docs/                              # </a:t>
            </a:r>
            <a:r>
              <a:rPr sz="1000" dirty="0" err="1"/>
              <a:t>项目文档</a:t>
            </a:r>
            <a:endParaRPr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10. 部署方式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开发环境部署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初始化数据库：mysql -u root -p &lt; init.sql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启动后端：cd meeting-api &amp;&amp; mvn spring-boot:run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启动前端：cd meeting-web &amp;&amp; npm run dev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访问 http://localhost:3000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生产环境部署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初始化数据库：mysql -u root -p &lt; init.sql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修改 application.yml 数据库密码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一行命令启动：java -jar meeting-api-1.0.0.jar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访问 http://localhost:8080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5486400"/>
            <a:ext cx="640080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73E8"/>
                </a:solidFill>
              </a:defRPr>
            </a:pPr>
            <a:r>
              <a:t>默认管理员账号：admin / admin123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</a:defRPr>
            </a:pPr>
            <a:r>
              <a:t>11. 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</a:defRPr>
            </a:pPr>
            <a:r>
              <a:t>项目亮点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✔ 全栈实现：Spring Boot + Vue 3 前后端分离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✔ 业务完整：用户 → 会议 → 报名 全链路覆盖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✔ 健壮性好：35 个测试用例通过率 100%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✔ 异常覆盖：11 种异常场景全部正确处理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✔ 权限隔离：未登录/普通用户/管理员三级管控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✔ 部署简单：一行 java -jar 即可运行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</a:defRPr>
            </a:pPr>
            <a:r>
              <a:t>可扩展方向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🔒 密码加密（BCrypt）+ JWT Token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📄 分页查询（大数据量支持）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📧 报名确认邮件/短信通知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二维码签到功能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📊 Excel 导入/导出报名数据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🧪 单元测试 + 集成测试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🐳 Docker 容器化部署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感谢聊听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</a:defRPr>
            </a:pPr>
            <a:r>
              <a:t>会议报名管理系统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BBEE"/>
                </a:solidFill>
              </a:defRPr>
            </a:pPr>
            <a:r>
              <a:t>管理员：admin / admin123  ｜  演示地址：http://localhost:8080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1054</Words>
  <Application>Microsoft Office PowerPoint</Application>
  <PresentationFormat>宽屏</PresentationFormat>
  <Paragraphs>313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1845823529@qq.com</cp:lastModifiedBy>
  <cp:revision>2</cp:revision>
  <dcterms:created xsi:type="dcterms:W3CDTF">2013-01-27T09:14:16Z</dcterms:created>
  <dcterms:modified xsi:type="dcterms:W3CDTF">2026-05-21T13:06:34Z</dcterms:modified>
  <cp:category/>
</cp:coreProperties>
</file>